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66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5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5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6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3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6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7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4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2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4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Hibernate – JPA Provider &amp;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ORM Framework for Java</a:t>
            </a:r>
          </a:p>
          <a:p>
            <a:r>
              <a:t>Implements JPA Specification</a:t>
            </a:r>
          </a:p>
          <a:p>
            <a:r>
              <a:t>Simplifies DB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JPA &amp; Hibernate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JPA → Specification</a:t>
            </a:r>
          </a:p>
          <a:p>
            <a:r>
              <a:t>Hibernate → JPA Provider</a:t>
            </a:r>
          </a:p>
          <a:p>
            <a:r>
              <a:t>Adds extra ORM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Hibernate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Layer</a:t>
            </a:r>
          </a:p>
          <a:p>
            <a:r>
              <a:t>EntityManager / Session</a:t>
            </a:r>
          </a:p>
          <a:p>
            <a:r>
              <a:t>Persistence Context</a:t>
            </a:r>
          </a:p>
          <a:p>
            <a: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JPA Interface</a:t>
            </a:r>
          </a:p>
          <a:p>
            <a:r>
              <a:t>Manages Persistence Context</a:t>
            </a:r>
          </a:p>
          <a:p>
            <a:r>
              <a:t>CRUD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&amp; SessionFactory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SessionFactory → Heavyweight, Thread-safe</a:t>
            </a:r>
          </a:p>
          <a:p>
            <a:r>
              <a:t>Session → Lightweight, Not thread-safe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EntityManager vs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EntityManager → JPA Standard</a:t>
            </a:r>
          </a:p>
          <a:p>
            <a:r>
              <a:t>Session → Hibernate Specific</a:t>
            </a:r>
          </a:p>
          <a:p>
            <a:r>
              <a:t>Session has advanced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in Hibernate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Performance</a:t>
            </a:r>
          </a:p>
          <a:p>
            <a:r>
              <a:t>Reduces DB Hits</a:t>
            </a:r>
          </a:p>
          <a:p>
            <a:r>
              <a:t>L1 and L2 Cache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Level Cache (L1)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Enabled by default</a:t>
            </a:r>
          </a:p>
          <a:p>
            <a:r>
              <a:t>Session scoped</a:t>
            </a:r>
          </a:p>
          <a:p>
            <a:r>
              <a:t>Cannot be disabled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Level Cache (L2)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Optional &amp; Configurable</a:t>
            </a:r>
          </a:p>
          <a:p>
            <a:r>
              <a:t>Shared across sessions</a:t>
            </a:r>
          </a:p>
          <a:p>
            <a:r>
              <a:t>Best for read-heavy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Hibernate is a JPA Provider</a:t>
            </a:r>
          </a:p>
          <a:p>
            <a:r>
              <a:t>EntityManager manages entities</a:t>
            </a:r>
          </a:p>
          <a:p>
            <a:r>
              <a:t>L1 default, L2 optional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45</TotalTime>
  <Words>134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 Light</vt:lpstr>
      <vt:lpstr>Rockwell</vt:lpstr>
      <vt:lpstr>Wingdings</vt:lpstr>
      <vt:lpstr>Atlas</vt:lpstr>
      <vt:lpstr>Hibernate – JPA Provider &amp; Caching</vt:lpstr>
      <vt:lpstr>JPA &amp; Hibernate</vt:lpstr>
      <vt:lpstr>Hibernate Architecture</vt:lpstr>
      <vt:lpstr>EntityManager</vt:lpstr>
      <vt:lpstr>Session &amp; SessionFactory</vt:lpstr>
      <vt:lpstr>EntityManager vs Session</vt:lpstr>
      <vt:lpstr>Caching in Hibernate</vt:lpstr>
      <vt:lpstr>First Level Cache (L1)</vt:lpstr>
      <vt:lpstr>Second Level Cache (L2)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Hibernate – JPA Provider &amp; Caching</dc:title>
  <dc:subject/>
  <dc:creator/>
  <cp:keywords/>
  <dc:description>generated using python-pptx</dc:description>
  <cp:lastModifiedBy>Nihir Verma</cp:lastModifiedBy>
  <cp:revision>2</cp:revision>
  <dcterms:created xsi:type="dcterms:W3CDTF">2013-01-27T09:14:16Z</dcterms:created>
  <dcterms:modified xsi:type="dcterms:W3CDTF">2026-02-02T05:14:29Z</dcterms:modified>
  <cp:category/>
</cp:coreProperties>
</file>